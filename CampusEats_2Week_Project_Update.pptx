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CampusEats – Skip the Lunch Queue (UIU Smart Canteen)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&amp; 2 Progress Update (2-Week Milestone) | Course: DBMS Lab (CSE) | Live Demo: campus-eats-gamma.vercel.app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Fokir Mostakim Billa Sobuj (Lead), Reduan, Tahmid, Rafiu, Farjana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Faculty: Md. Golam Hossain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3611880" cy="502920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Progress Made (Week 1 &amp; 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333756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Week 1: Database &amp; Authentication: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Relational schema designed &amp; hosted on Railway MySQL.
  • Populated with 139+ authentic UIU canteen dishes across 3 active cafeterias (Khan's, Olympia, Neptune).
  • User Registration &amp; Login with Bcrypt password hashing (10 salt rounds) and JWT verification.
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Week 2: Ordering, Compare &amp; Reviews: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Interactive Food Cart with dynamic daily spending limit guardrails for students.
  • Pre-order scheduling with custom requested pickup time.
  • Cross-Canteen Food Comparison Tray: Side-by-side comparison of price, prep-time &amp; ratings.
  • Dish Review &amp; Star Rating system linked with user orders.
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Cloud Deployment: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Frontend deployed on Vercel &amp; Backend API live on Render.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88536" y="150876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1508760"/>
            <a:ext cx="3611880" cy="502920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1600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Blockers &amp; Resolutions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25696" y="2103120"/>
            <a:ext cx="333756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Remote Database Cloud Isolation: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Blocker: Railway private DNS was unreachable from external Render backend.
  - Resolution: Enabled public TCP proxy endpoints and configured resilient connection pooling (mysql2/promise).
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Cross-Origin &amp; Environment Sync: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Blocker: Browser CORS policies blocked Vercel requests to Render API in production.
  - Resolution: Configured dynamic CORS whitelist &amp; injected VITE_API_URL environment build variables.
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Cross-Canteen Query Latency: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Blocker: Comparing dishes across multiple canteens needed multiple table scans.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Resolution: Indexed foreign keys and created an optimized comparison REST endpoint.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9872" y="150876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508760"/>
            <a:ext cx="361188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600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Remaining Features (W3 &amp; W4)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57032" y="2103120"/>
            <a:ext cx="333756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 3 Milestone (Upcoming):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Kitchen Staff Portal: Live order display board for chefs to accept orders and mark "Food Ready".
  - Estimated Wait Time calculation based on active kitchen load.
  - Student Loyalty Points &amp; discount redemption engine at checkout.
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 4 Milestone (Upcoming):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Automated 30-min No-Show penalty &amp; 3-strike account blocking system.
  - Canteen Admin Sales Analytics &amp; revenue charts.
  - System Stress Testing &amp; Final Viva Defense preparation.
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Faculty Feedback &amp; Guidance: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Integrating any additional suggestions recommended today.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2026-09-18T13:04:21Z</dcterms:created>
  <dcterms:modified xsi:type="dcterms:W3CDTF">2026-09-18T13:04:21Z</dcterms:modified>
</cp:coreProperties>
</file>