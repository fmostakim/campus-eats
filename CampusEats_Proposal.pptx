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image" Target="../media/image-1-1.png"/><Relationship Id="rId4" Type="http://schemas.openxmlformats.org/officeDocument/2006/relationships/image" Target="../media/image-1-1.png"/><Relationship Id="rId5" Type="http://schemas.openxmlformats.org/officeDocument/2006/relationships/image" Target="../media/image-1-1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CampusEats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704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the Lunch Queue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PROJECT PROPOSAL  •  TEAM INTRODUCTION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2350008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6" name="Image 0" descr="icons_out/us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" y="2473452"/>
            <a:ext cx="301752" cy="30175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23317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Fokir Mostakim Billa Sobuj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265176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0112430197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85800" y="3099816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0" name="Image 1" descr="icons_out/us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" y="3223260"/>
            <a:ext cx="301752" cy="30175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17320" y="308152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Reduanul Hoque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1417320" y="340156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0112430210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85800" y="3849624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4" name="Image 2" descr="icons_out/us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" y="3973068"/>
            <a:ext cx="301752" cy="30175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17320" y="383133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Tahmidur Rahman Foysal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1417320" y="415137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0112430199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85800" y="4599432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8" name="Image 3" descr="icons_out/user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" y="4722876"/>
            <a:ext cx="301752" cy="30175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17320" y="4581144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Adnan Hossain Rafiu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1417320" y="4901184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0112430192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85800" y="534924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2" name="Image 4" descr="icons_out/users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" y="5472684"/>
            <a:ext cx="301752" cy="301752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417320" y="533095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Farjana Islam Sornaly</a:t>
            </a:r>
            <a:endParaRPr lang="en-US" sz="1600" dirty="0"/>
          </a:p>
        </p:txBody>
      </p:sp>
      <p:sp>
        <p:nvSpPr>
          <p:cNvPr id="24" name="Text 17"/>
          <p:cNvSpPr txBox="1"/>
          <p:nvPr/>
        </p:nvSpPr>
        <p:spPr>
          <a:xfrm>
            <a:off x="1417320" y="565099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0112331018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8366760" y="2331720"/>
            <a:ext cx="3200400" cy="3749040"/>
          </a:xfrm>
          <a:prstGeom prst="roundRect">
            <a:avLst>
              <a:gd name="adj" fmla="val 3429"/>
            </a:avLst>
          </a:prstGeom>
          <a:solidFill>
            <a:srgbClr val="25315F"/>
          </a:solidFill>
          <a:ln/>
        </p:spPr>
      </p:sp>
      <p:sp>
        <p:nvSpPr>
          <p:cNvPr id="26" name="Shape 19"/>
          <p:cNvSpPr/>
          <p:nvPr/>
        </p:nvSpPr>
        <p:spPr>
          <a:xfrm>
            <a:off x="9464040" y="2834640"/>
            <a:ext cx="1005840" cy="10058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7" name="Image 5" descr="icons_out/utensils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0354" y="3060954"/>
            <a:ext cx="553212" cy="553212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8549640" y="370332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Pre-order.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 on time.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queueing.</a:t>
            </a:r>
            <a:endParaRPr lang="en-US" sz="1300" dirty="0"/>
          </a:p>
        </p:txBody>
      </p:sp>
      <p:sp>
        <p:nvSpPr>
          <p:cNvPr id="29" name="Text 21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CampusEats</a:t>
            </a:r>
            <a:endParaRPr lang="en-US" sz="1000" dirty="0"/>
          </a:p>
        </p:txBody>
      </p:sp>
      <p:sp>
        <p:nvSpPr>
          <p:cNvPr id="30" name="Text 22"/>
          <p:cNvSpPr txBox="1"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Idea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58368" y="1051560"/>
            <a:ext cx="45720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737360"/>
            <a:ext cx="6675120" cy="3566160"/>
          </a:xfrm>
          <a:prstGeom prst="roundRect">
            <a:avLst>
              <a:gd name="adj" fmla="val 3077"/>
            </a:avLst>
          </a:prstGeom>
          <a:solidFill>
            <a:srgbClr val="FBF1D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2103120"/>
            <a:ext cx="5943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CampusEats </a:t>
            </a:r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lets students </a:t>
            </a:r>
            <a:pPr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pre-order food</a:t>
            </a:r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from the campus canteen, choose a </a:t>
            </a:r>
            <a:pPr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pickup time</a:t>
            </a:r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and pay </a:t>
            </a:r>
            <a:pPr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cash on pickup</a:t>
            </a:r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skipping the lunch queue entirely.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549640" y="1600200"/>
            <a:ext cx="1005840" cy="100584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7" name="Image 0" descr="icons_out/mobi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5954" y="1826514"/>
            <a:ext cx="553212" cy="55321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549640" y="3108960"/>
            <a:ext cx="1005840" cy="10058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9" name="Image 1" descr="icons_out/clo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954" y="3335274"/>
            <a:ext cx="553212" cy="55321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549640" y="4617720"/>
            <a:ext cx="1005840" cy="1005840"/>
          </a:xfrm>
          <a:prstGeom prst="ellipse">
            <a:avLst/>
          </a:prstGeom>
          <a:solidFill>
            <a:srgbClr val="C99A2E"/>
          </a:solidFill>
          <a:ln/>
        </p:spPr>
      </p:sp>
      <p:pic>
        <p:nvPicPr>
          <p:cNvPr id="11" name="Image 2" descr="icons_out/walle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5954" y="4844034"/>
            <a:ext cx="553212" cy="55321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680960" y="2670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Ahead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7680960" y="41788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Pickup Time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7680960" y="56875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Cash on Pickup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CampusEats</a:t>
            </a:r>
            <a:endParaRPr lang="en-US" sz="1000" dirty="0"/>
          </a:p>
        </p:txBody>
      </p:sp>
      <p:sp>
        <p:nvSpPr>
          <p:cNvPr id="16" name="Text 11"/>
          <p:cNvSpPr txBox="1"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58368" y="1051560"/>
            <a:ext cx="45720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 has felt this — the everyday friction of campus lunch.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60120" y="1920240"/>
            <a:ext cx="914400" cy="9144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6" name="Image 0" descr="icons_out/clo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5860" y="21259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103120" y="198424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Time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2103120" y="237744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lose 15–20 minutes standing in the canteen queue between classes.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60120" y="3337560"/>
            <a:ext cx="914400" cy="91440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0" name="Image 1" descr="icons_out/us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860" y="354330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103120" y="340156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Overcrowding at Peak Hours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2103120" y="379476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rushes in during the same lunch window, causing long lines and congestion.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960120" y="4754880"/>
            <a:ext cx="914400" cy="914400"/>
          </a:xfrm>
          <a:prstGeom prst="ellipse">
            <a:avLst/>
          </a:prstGeom>
          <a:solidFill>
            <a:srgbClr val="C99A2E"/>
          </a:solidFill>
          <a:ln/>
        </p:spPr>
      </p:sp>
      <p:pic>
        <p:nvPicPr>
          <p:cNvPr id="14" name="Image 2" descr="icons_out/char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860" y="496062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103120" y="481888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Plan Ahead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2103120" y="521208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kitchen gets no advance visibility into demand, making preparation inefficient.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" y="6263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real, everyday problem — solvable with a well-designed database-driven system.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CampusEats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Functionalities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58368" y="1005840"/>
            <a:ext cx="45720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371600"/>
            <a:ext cx="3429000" cy="5029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55448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6" name="Image 0" descr="icons_out/car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698" y="1698498"/>
            <a:ext cx="352044" cy="3520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62763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Students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331720"/>
            <a:ext cx="288036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menu with photos &amp; prices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cart &amp; order ahead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pickup time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reorder favorites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estimated wait time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receipt on pickup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&amp; comment on items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daily spending limit + live cart tracking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loyalty points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43400" y="1371600"/>
            <a:ext cx="3429000" cy="5029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1554480"/>
            <a:ext cx="640080" cy="64008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1" name="Image 1" descr="icons_out/utensil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018" y="1698498"/>
            <a:ext cx="352044" cy="3520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03520" y="162763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Kitchen Staff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2331720"/>
            <a:ext cx="288036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incoming orders live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items as "Ready"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estimated prep time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orders as "Picked up"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46720" y="1371600"/>
            <a:ext cx="3429000" cy="5029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75320" y="1554480"/>
            <a:ext cx="640080" cy="640080"/>
          </a:xfrm>
          <a:prstGeom prst="ellipse">
            <a:avLst/>
          </a:prstGeom>
          <a:solidFill>
            <a:srgbClr val="C99A2E"/>
          </a:solidFill>
          <a:ln/>
        </p:spPr>
      </p:sp>
      <p:pic>
        <p:nvPicPr>
          <p:cNvPr id="16" name="Image 2" descr="icons_out/char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9338" y="1698498"/>
            <a:ext cx="352044" cy="3520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06840" y="162763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Admin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2331720"/>
            <a:ext cx="288036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dashboard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Best-selling items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order time analysis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CampusEats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High-Level Design (HLD)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58368" y="1005840"/>
            <a:ext cx="45720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143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three-tier architecture separates presentation, logic, and data.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36676" y="2377440"/>
            <a:ext cx="2834640" cy="2377440"/>
          </a:xfrm>
          <a:prstGeom prst="roundRect">
            <a:avLst>
              <a:gd name="adj" fmla="val 3846"/>
            </a:avLst>
          </a:prstGeom>
          <a:solidFill>
            <a:srgbClr val="F7F6F3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65376" y="2583180"/>
            <a:ext cx="777240" cy="7772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7" name="Image 0" descr="icons_out/mobi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0255" y="2758059"/>
            <a:ext cx="427482" cy="42748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36676" y="3429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973836" y="3794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HTML, CSS, JavaScript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973836" y="41605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Student, Kitchen &amp;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interfaces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781044" y="3429000"/>
            <a:ext cx="786384" cy="274320"/>
          </a:xfrm>
          <a:prstGeom prst="rightArrow">
            <a:avLst/>
          </a:prstGeom>
          <a:solidFill>
            <a:srgbClr val="6B6B6B"/>
          </a:solidFill>
          <a:ln/>
        </p:spPr>
      </p:sp>
      <p:sp>
        <p:nvSpPr>
          <p:cNvPr id="12" name="Shape 9"/>
          <p:cNvSpPr/>
          <p:nvPr/>
        </p:nvSpPr>
        <p:spPr>
          <a:xfrm>
            <a:off x="4677156" y="2377440"/>
            <a:ext cx="2834640" cy="2377440"/>
          </a:xfrm>
          <a:prstGeom prst="roundRect">
            <a:avLst>
              <a:gd name="adj" fmla="val 3846"/>
            </a:avLst>
          </a:prstGeom>
          <a:solidFill>
            <a:srgbClr val="F7F6F3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5856" y="2583180"/>
            <a:ext cx="777240" cy="77724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4" name="Image 1" descr="icons_out/serv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0735" y="2758059"/>
            <a:ext cx="427482" cy="42748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677156" y="3429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4814316" y="3794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Express.js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4814316" y="41605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APIs, business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&amp; validation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7621524" y="3429000"/>
            <a:ext cx="786384" cy="274320"/>
          </a:xfrm>
          <a:prstGeom prst="rightArrow">
            <a:avLst/>
          </a:prstGeom>
          <a:solidFill>
            <a:srgbClr val="6B6B6B"/>
          </a:solidFill>
          <a:ln/>
        </p:spPr>
      </p:sp>
      <p:sp>
        <p:nvSpPr>
          <p:cNvPr id="19" name="Shape 15"/>
          <p:cNvSpPr/>
          <p:nvPr/>
        </p:nvSpPr>
        <p:spPr>
          <a:xfrm>
            <a:off x="8517636" y="2377440"/>
            <a:ext cx="2834640" cy="2377440"/>
          </a:xfrm>
          <a:prstGeom prst="roundRect">
            <a:avLst>
              <a:gd name="adj" fmla="val 3846"/>
            </a:avLst>
          </a:prstGeom>
          <a:solidFill>
            <a:srgbClr val="F7F6F3"/>
          </a:solidFill>
          <a:ln w="19050">
            <a:solidFill>
              <a:srgbClr val="C99A2E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9546336" y="2583180"/>
            <a:ext cx="777240" cy="777240"/>
          </a:xfrm>
          <a:prstGeom prst="ellipse">
            <a:avLst/>
          </a:prstGeom>
          <a:solidFill>
            <a:srgbClr val="C99A2E"/>
          </a:solidFill>
          <a:ln/>
        </p:spPr>
      </p:sp>
      <p:pic>
        <p:nvPicPr>
          <p:cNvPr id="21" name="Image 2" descr="icons_out/databas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1215" y="2758059"/>
            <a:ext cx="427482" cy="42748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517636" y="3429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700" dirty="0"/>
          </a:p>
        </p:txBody>
      </p:sp>
      <p:sp>
        <p:nvSpPr>
          <p:cNvPr id="23" name="Text 18"/>
          <p:cNvSpPr txBox="1"/>
          <p:nvPr/>
        </p:nvSpPr>
        <p:spPr>
          <a:xfrm>
            <a:off x="8654796" y="3794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50" dirty="0"/>
          </a:p>
        </p:txBody>
      </p:sp>
      <p:sp>
        <p:nvSpPr>
          <p:cNvPr id="24" name="Text 19"/>
          <p:cNvSpPr txBox="1"/>
          <p:nvPr/>
        </p:nvSpPr>
        <p:spPr>
          <a:xfrm>
            <a:off x="8654796" y="41605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Orders, Menu,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Ratings, Loyalty</a:t>
            </a:r>
            <a:endParaRPr lang="en-US" sz="1050" dirty="0"/>
          </a:p>
        </p:txBody>
      </p:sp>
      <p:sp>
        <p:nvSpPr>
          <p:cNvPr id="25" name="Text 20"/>
          <p:cNvSpPr txBox="1"/>
          <p:nvPr/>
        </p:nvSpPr>
        <p:spPr>
          <a:xfrm>
            <a:off x="640080" y="53492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(React) sends HTTP requests  →  REST API (Express) applies business rules  →  Data persisted in MySQL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CampusEats</a:t>
            </a:r>
            <a:endParaRPr lang="en-US" sz="1000" dirty="0"/>
          </a:p>
        </p:txBody>
      </p:sp>
      <p:sp>
        <p:nvSpPr>
          <p:cNvPr id="27" name="Text 22"/>
          <p:cNvSpPr txBox="1"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Entity-Relationship Diagram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75488" y="896112"/>
            <a:ext cx="45720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2834640" cy="16916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2834640" cy="36576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371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03504" y="1737360"/>
            <a:ext cx="25420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id : int(11)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03504" y="2002536"/>
            <a:ext cx="25420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: varchar(100)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03504" y="2267712"/>
            <a:ext cx="25420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daily_budget_limit : decimal(10,2)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03504" y="2532888"/>
            <a:ext cx="25420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daily_calorie_limit : int(11)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03504" y="2798064"/>
            <a:ext cx="25420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loyalty_points : int(11)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0" y="1371600"/>
            <a:ext cx="2286000" cy="2221992"/>
          </a:xfrm>
          <a:prstGeom prst="roundRect">
            <a:avLst>
              <a:gd name="adj" fmla="val 2058"/>
            </a:avLst>
          </a:prstGeom>
          <a:solidFill>
            <a:srgbClr val="FFFFFF"/>
          </a:solidFill>
          <a:ln w="19050">
            <a:solidFill>
              <a:srgbClr val="F9616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0" y="1371600"/>
            <a:ext cx="2286000" cy="3657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57600" y="1371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803904" y="1737360"/>
            <a:ext cx="19933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id : int(11)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803904" y="2002536"/>
            <a:ext cx="19933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 user_id : int(11)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3803904" y="2267712"/>
            <a:ext cx="19933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total_price : decimal(10,2)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3803904" y="2532888"/>
            <a:ext cx="19933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total_calories : int(11)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3803904" y="2798064"/>
            <a:ext cx="19933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pickup_time : datetime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3803904" y="3063240"/>
            <a:ext cx="19933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: enum(...)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3803904" y="3328416"/>
            <a:ext cx="19933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order_time : timestamp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309360" y="1371600"/>
            <a:ext cx="2286000" cy="1426464"/>
          </a:xfrm>
          <a:prstGeom prst="roundRect">
            <a:avLst>
              <a:gd name="adj" fmla="val 3205"/>
            </a:avLst>
          </a:prstGeom>
          <a:solidFill>
            <a:srgbClr val="FFFFFF"/>
          </a:solidFill>
          <a:ln w="19050">
            <a:solidFill>
              <a:srgbClr val="F9616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309360" y="1371600"/>
            <a:ext cx="2286000" cy="3657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309360" y="1371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ORDER_ITEMS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455664" y="1737360"/>
            <a:ext cx="19933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id : int(11)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455664" y="2002536"/>
            <a:ext cx="19933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 order_id : int(11)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455664" y="2267712"/>
            <a:ext cx="19933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 menu_item_id : int(11)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455664" y="2532888"/>
            <a:ext cx="19933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: int(11)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961120" y="1371600"/>
            <a:ext cx="2788920" cy="1956816"/>
          </a:xfrm>
          <a:prstGeom prst="roundRect">
            <a:avLst>
              <a:gd name="adj" fmla="val 2336"/>
            </a:avLst>
          </a:prstGeom>
          <a:solidFill>
            <a:srgbClr val="FFFFFF"/>
          </a:solidFill>
          <a:ln w="19050">
            <a:solidFill>
              <a:srgbClr val="C99A2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961120" y="1371600"/>
            <a:ext cx="2788920" cy="365760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961120" y="13716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MENU_ITEMS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107424" y="1737360"/>
            <a:ext cx="24963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id : int(11)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9107424" y="2002536"/>
            <a:ext cx="24963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: varchar(100)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9107424" y="2267712"/>
            <a:ext cx="24963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: decimal(10,2)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9107424" y="2532888"/>
            <a:ext cx="24963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calories : int(11)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9107424" y="2798064"/>
            <a:ext cx="24963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photo_url : varchar(255)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9107424" y="3063240"/>
            <a:ext cx="24963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prep_time_mins : int(11)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57200" y="4279392"/>
            <a:ext cx="2834640" cy="1956816"/>
          </a:xfrm>
          <a:prstGeom prst="roundRect">
            <a:avLst>
              <a:gd name="adj" fmla="val 2336"/>
            </a:avLst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57200" y="4279392"/>
            <a:ext cx="2834640" cy="36576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457200" y="42793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ITEM_REVIEWS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603504" y="4645152"/>
            <a:ext cx="25420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id : int(11)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603504" y="4910328"/>
            <a:ext cx="25420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 user_id : int(11)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603504" y="5175504"/>
            <a:ext cx="25420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 menu_item_id : int(11)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603504" y="5440680"/>
            <a:ext cx="25420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: int(11)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603504" y="5705856"/>
            <a:ext cx="25420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: text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603504" y="5971032"/>
            <a:ext cx="25420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 : timestamp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8961120" y="4279392"/>
            <a:ext cx="2788920" cy="896112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9050">
            <a:solidFill>
              <a:srgbClr val="C99A2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8961120" y="4279392"/>
            <a:ext cx="2788920" cy="365760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8961120" y="427939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FAVORITE_MEALS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9107424" y="4645152"/>
            <a:ext cx="24963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PK/FK  user_id : int(11)</a:t>
            </a:r>
            <a:endParaRPr lang="en-US" sz="1050" dirty="0"/>
          </a:p>
        </p:txBody>
      </p:sp>
      <p:sp>
        <p:nvSpPr>
          <p:cNvPr id="51" name="Text 49"/>
          <p:cNvSpPr txBox="1"/>
          <p:nvPr/>
        </p:nvSpPr>
        <p:spPr>
          <a:xfrm>
            <a:off x="9107424" y="4910328"/>
            <a:ext cx="24963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PK/FK  menu_item_id : int(11)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3291840" y="1869948"/>
            <a:ext cx="365760" cy="0"/>
          </a:xfrm>
          <a:prstGeom prst="line">
            <a:avLst/>
          </a:prstGeom>
          <a:noFill/>
          <a:ln w="15875">
            <a:solidFill>
              <a:srgbClr val="A6A6A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282696" y="1751076"/>
            <a:ext cx="384048" cy="237744"/>
          </a:xfrm>
          <a:prstGeom prst="rect">
            <a:avLst/>
          </a:prstGeom>
          <a:solidFill>
            <a:srgbClr val="E7E3D9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3282696" y="1751076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943600" y="2135124"/>
            <a:ext cx="365760" cy="0"/>
          </a:xfrm>
          <a:prstGeom prst="line">
            <a:avLst/>
          </a:prstGeom>
          <a:noFill/>
          <a:ln w="15875">
            <a:solidFill>
              <a:srgbClr val="A6A6A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934456" y="2016252"/>
            <a:ext cx="384048" cy="237744"/>
          </a:xfrm>
          <a:prstGeom prst="rect">
            <a:avLst/>
          </a:prstGeom>
          <a:solidFill>
            <a:srgbClr val="E7E3D9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5934456" y="2016252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8595360" y="2400300"/>
            <a:ext cx="365760" cy="0"/>
          </a:xfrm>
          <a:prstGeom prst="line">
            <a:avLst/>
          </a:prstGeom>
          <a:noFill/>
          <a:ln w="15875">
            <a:solidFill>
              <a:srgbClr val="A6A6A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586216" y="2281428"/>
            <a:ext cx="384048" cy="237744"/>
          </a:xfrm>
          <a:prstGeom prst="rect">
            <a:avLst/>
          </a:prstGeom>
          <a:solidFill>
            <a:srgbClr val="E7E3D9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8586216" y="228142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: 1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1874520" y="3063240"/>
            <a:ext cx="0" cy="1216152"/>
          </a:xfrm>
          <a:prstGeom prst="line">
            <a:avLst/>
          </a:prstGeom>
          <a:noFill/>
          <a:ln w="15875">
            <a:solidFill>
              <a:srgbClr val="A6A6A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682496" y="3552444"/>
            <a:ext cx="384048" cy="237744"/>
          </a:xfrm>
          <a:prstGeom prst="rect">
            <a:avLst/>
          </a:prstGeom>
          <a:solidFill>
            <a:srgbClr val="E7E3D9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1682496" y="355244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10355580" y="3328416"/>
            <a:ext cx="0" cy="950976"/>
          </a:xfrm>
          <a:prstGeom prst="line">
            <a:avLst/>
          </a:prstGeom>
          <a:noFill/>
          <a:ln w="15875">
            <a:solidFill>
              <a:srgbClr val="A6A6A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163556" y="3685032"/>
            <a:ext cx="384048" cy="237744"/>
          </a:xfrm>
          <a:prstGeom prst="rect">
            <a:avLst/>
          </a:prstGeom>
          <a:solidFill>
            <a:srgbClr val="E7E3D9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10163556" y="3685032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3291840" y="5308092"/>
            <a:ext cx="5486400" cy="0"/>
          </a:xfrm>
          <a:prstGeom prst="line">
            <a:avLst/>
          </a:prstGeom>
          <a:noFill/>
          <a:ln w="15875">
            <a:solidFill>
              <a:srgbClr val="A6A6A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778240" y="1869948"/>
            <a:ext cx="0" cy="3438144"/>
          </a:xfrm>
          <a:prstGeom prst="line">
            <a:avLst/>
          </a:prstGeom>
          <a:noFill/>
          <a:ln w="15875">
            <a:solidFill>
              <a:srgbClr val="A6A6A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778240" y="1869948"/>
            <a:ext cx="182880" cy="0"/>
          </a:xfrm>
          <a:prstGeom prst="line">
            <a:avLst/>
          </a:prstGeom>
          <a:noFill/>
          <a:ln w="15875">
            <a:solidFill>
              <a:srgbClr val="A6A6A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843016" y="5189220"/>
            <a:ext cx="384048" cy="237744"/>
          </a:xfrm>
          <a:prstGeom prst="rect">
            <a:avLst/>
          </a:prstGeom>
          <a:solidFill>
            <a:srgbClr val="E7E3D9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5843016" y="5189220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3474720" y="4777740"/>
            <a:ext cx="5486400" cy="0"/>
          </a:xfrm>
          <a:prstGeom prst="line">
            <a:avLst/>
          </a:prstGeom>
          <a:noFill/>
          <a:ln w="15875">
            <a:solidFill>
              <a:srgbClr val="A6A6A6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474720" y="1869948"/>
            <a:ext cx="0" cy="2907792"/>
          </a:xfrm>
          <a:prstGeom prst="line">
            <a:avLst/>
          </a:prstGeom>
          <a:noFill/>
          <a:ln w="15875">
            <a:solidFill>
              <a:srgbClr val="A6A6A6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291840" y="1869948"/>
            <a:ext cx="182880" cy="0"/>
          </a:xfrm>
          <a:prstGeom prst="line">
            <a:avLst/>
          </a:prstGeom>
          <a:noFill/>
          <a:ln w="15875">
            <a:solidFill>
              <a:srgbClr val="A6A6A6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025896" y="4658868"/>
            <a:ext cx="384048" cy="237744"/>
          </a:xfrm>
          <a:prstGeom prst="rect">
            <a:avLst/>
          </a:prstGeom>
          <a:solidFill>
            <a:srgbClr val="E7E3D9"/>
          </a:solidFill>
          <a:ln/>
        </p:spPr>
      </p:sp>
      <p:sp>
        <p:nvSpPr>
          <p:cNvPr id="76" name="Text 74"/>
          <p:cNvSpPr txBox="1"/>
          <p:nvPr/>
        </p:nvSpPr>
        <p:spPr>
          <a:xfrm>
            <a:off x="6025896" y="465886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900" dirty="0"/>
          </a:p>
        </p:txBody>
      </p:sp>
      <p:sp>
        <p:nvSpPr>
          <p:cNvPr id="77" name="Text 75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CampusEats</a:t>
            </a:r>
            <a:endParaRPr lang="en-US" sz="1000" dirty="0"/>
          </a:p>
        </p:txBody>
      </p:sp>
      <p:sp>
        <p:nvSpPr>
          <p:cNvPr id="78" name="Text 76"/>
          <p:cNvSpPr txBox="1"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58368" y="1051560"/>
            <a:ext cx="45720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Shape 2"/>
          <p:cNvSpPr/>
          <p:nvPr/>
        </p:nvSpPr>
        <p:spPr>
          <a:xfrm>
            <a:off x="790956" y="1920240"/>
            <a:ext cx="3291840" cy="3840480"/>
          </a:xfrm>
          <a:prstGeom prst="roundRect">
            <a:avLst>
              <a:gd name="adj" fmla="val 3333"/>
            </a:avLst>
          </a:prstGeom>
          <a:solidFill>
            <a:srgbClr val="F7F6F3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33956" y="2240280"/>
            <a:ext cx="1005840" cy="10058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6" name="Image 0" descr="icons_out/mobi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0270" y="2466594"/>
            <a:ext cx="553212" cy="5532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0956" y="34290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065276" y="397764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4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4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4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448556" y="1920240"/>
            <a:ext cx="3291840" cy="3840480"/>
          </a:xfrm>
          <a:prstGeom prst="roundRect">
            <a:avLst>
              <a:gd name="adj" fmla="val 3333"/>
            </a:avLst>
          </a:prstGeom>
          <a:solidFill>
            <a:srgbClr val="F7F6F3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591556" y="2240280"/>
            <a:ext cx="1005840" cy="100584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1" name="Image 1" descr="icons_out/serv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7870" y="2466594"/>
            <a:ext cx="553212" cy="5532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48556" y="34290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722876" y="397764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4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4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106156" y="1920240"/>
            <a:ext cx="3291840" cy="3840480"/>
          </a:xfrm>
          <a:prstGeom prst="roundRect">
            <a:avLst>
              <a:gd name="adj" fmla="val 3333"/>
            </a:avLst>
          </a:prstGeom>
          <a:solidFill>
            <a:srgbClr val="F7F6F3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249156" y="2240280"/>
            <a:ext cx="1005840" cy="1005840"/>
          </a:xfrm>
          <a:prstGeom prst="ellipse">
            <a:avLst/>
          </a:prstGeom>
          <a:solidFill>
            <a:srgbClr val="C99A2E"/>
          </a:solidFill>
          <a:ln/>
        </p:spPr>
      </p:sp>
      <p:pic>
        <p:nvPicPr>
          <p:cNvPr id="16" name="Image 2" descr="icons_out/databas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5470" y="2466594"/>
            <a:ext cx="553212" cy="55321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106156" y="34290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380476" y="397764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CampusEats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Roadmap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58368" y="1051560"/>
            <a:ext cx="45720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focused four-week execution plan.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2743200"/>
            <a:ext cx="10360152" cy="0"/>
          </a:xfrm>
          <a:prstGeom prst="line">
            <a:avLst/>
          </a:prstGeom>
          <a:noFill/>
          <a:ln w="25400">
            <a:solidFill>
              <a:srgbClr val="4A559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15668" y="2487168"/>
            <a:ext cx="512064" cy="512064"/>
          </a:xfrm>
          <a:prstGeom prst="ellipse">
            <a:avLst/>
          </a:prstGeom>
          <a:solidFill>
            <a:srgbClr val="F9616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915668" y="2487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3246120"/>
            <a:ext cx="2514600" cy="2423160"/>
          </a:xfrm>
          <a:prstGeom prst="roundRect">
            <a:avLst>
              <a:gd name="adj" fmla="val 3774"/>
            </a:avLst>
          </a:prstGeom>
          <a:solidFill>
            <a:srgbClr val="25315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34290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384048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setup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registration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67428" y="2487168"/>
            <a:ext cx="512064" cy="512064"/>
          </a:xfrm>
          <a:prstGeom prst="ellipse">
            <a:avLst/>
          </a:prstGeom>
          <a:solidFill>
            <a:srgbClr val="C99A2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67428" y="2487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566160" y="3246120"/>
            <a:ext cx="2514600" cy="2423160"/>
          </a:xfrm>
          <a:prstGeom prst="roundRect">
            <a:avLst>
              <a:gd name="adj" fmla="val 3774"/>
            </a:avLst>
          </a:prstGeom>
          <a:solidFill>
            <a:srgbClr val="25315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749040" y="34290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749040" y="384048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functionality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&amp; item comparison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&amp; reviews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219188" y="2487168"/>
            <a:ext cx="512064" cy="512064"/>
          </a:xfrm>
          <a:prstGeom prst="ellipse">
            <a:avLst/>
          </a:prstGeom>
          <a:solidFill>
            <a:srgbClr val="4E7DD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19188" y="2487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17920" y="3246120"/>
            <a:ext cx="2514600" cy="2423160"/>
          </a:xfrm>
          <a:prstGeom prst="roundRect">
            <a:avLst>
              <a:gd name="adj" fmla="val 3774"/>
            </a:avLst>
          </a:prstGeom>
          <a:solidFill>
            <a:srgbClr val="25315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0" y="34290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E7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384048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staff portal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points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wait time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870948" y="2487168"/>
            <a:ext cx="512064" cy="512064"/>
          </a:xfrm>
          <a:prstGeom prst="ellipse">
            <a:avLst/>
          </a:prstGeom>
          <a:solidFill>
            <a:srgbClr val="6FBF7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870948" y="2487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869680" y="3246120"/>
            <a:ext cx="2514600" cy="2423160"/>
          </a:xfrm>
          <a:prstGeom prst="roundRect">
            <a:avLst>
              <a:gd name="adj" fmla="val 3774"/>
            </a:avLst>
          </a:prstGeom>
          <a:solidFill>
            <a:srgbClr val="25315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052560" y="34290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FB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9052560" y="384048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testing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features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submission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CampusEats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2026-09-03T07:38:20Z</dcterms:created>
  <dcterms:modified xsi:type="dcterms:W3CDTF">2026-09-03T07:38:20Z</dcterms:modified>
</cp:coreProperties>
</file>